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BlueStone Real Estate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Feasibility Architecture – Visual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ML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  <a:p>
            <a:r>
              <a:t>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Schema</a:t>
            </a:r>
          </a:p>
          <a:p>
            <a:r>
              <a:t>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  <a:p>
            <a:r>
              <a:t>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</a:t>
            </a:r>
          </a:p>
          <a:p>
            <a:r>
              <a:t>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Baseline</a:t>
            </a:r>
          </a:p>
          <a:p>
            <a:r>
              <a:t>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75919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BI</a:t>
            </a:r>
          </a:p>
          <a:p>
            <a:r>
              <a:t>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Architecture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  <a:p>
            <a:r>
              <a:t>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  <a:p>
            <a:r>
              <a:t>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Analytics</a:t>
            </a:r>
          </a:p>
          <a:p>
            <a:r>
              <a:t>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</a:t>
            </a:r>
          </a:p>
          <a:p>
            <a: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  <a:p>
            <a:r>
              <a:t>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</a:t>
            </a:r>
          </a:p>
          <a:p>
            <a:r>
              <a:t>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</a:t>
            </a:r>
          </a:p>
          <a:p>
            <a:r>
              <a:t>Listings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Price</a:t>
            </a:r>
          </a:p>
          <a:p>
            <a:r>
              <a:t>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  <a:p>
            <a:r>
              <a:t>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Inquiry</a:t>
            </a:r>
          </a:p>
          <a:p>
            <a:r>
              <a:t>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</a:t>
            </a:r>
          </a:p>
          <a:p>
            <a:r>
              <a:t>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</a:t>
            </a:r>
          </a:p>
          <a:p>
            <a:r>
              <a:t>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Capability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Feasibility modelling</a:t>
            </a:r>
          </a:p>
          <a:p>
            <a:pPr/>
            <a:r>
              <a:t>Phase 2 – Prototype analytics pipeline</a:t>
            </a:r>
          </a:p>
          <a:p>
            <a:pPr/>
            <a:r>
              <a:t>Phase 3 – Model validation experiments</a:t>
            </a:r>
          </a:p>
          <a:p>
            <a:pPr/>
            <a:r>
              <a:t>Phase 4 – BI integration and insights</a:t>
            </a:r>
          </a:p>
          <a:p>
            <a:pPr/>
            <a:r>
              <a:t>Future – Production ML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